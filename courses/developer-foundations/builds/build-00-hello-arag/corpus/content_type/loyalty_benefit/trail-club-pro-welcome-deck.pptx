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Welcome to Trail Club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9A87A"/>
                </a:solidFill>
                <a:latin typeface="Helvetica"/>
              </a:defRPr>
            </a:pPr>
            <a:r>
              <a:t>Aurora Outfitters · Your concierge for life on trail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Your Trail Club Pro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Unlimited free Repair-for-Life repairs across every Aurora product you own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Two-business-day repair turnaround SLA — held even during peak season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Annual gear credit of $300 toward any product in the Aurora line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Free ambassador-led fitting sessions, unlimited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Priority queue routing through the Portland and Annecy repair centres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Exclusive access to the Aurora Crag XR climbing harness — Trail Club Plus and Pro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Ambassador day bookings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Book a one-on-one field day with Mara Chen, Jonah Reyes, Dr Anya Patel, or Theo Sundberg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Two ambassador days included annually with your Pro membership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Mara — alpine and thru-hiking specialism; based seasonally in Patagonia and Tour du Mont Blanc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Jonah — Triple Crown thru-hiking; Continental Divide Trail and Pacific Crest Trail expertise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Anya — sizing-profile assessment, gear-fit specialist, on-trail injury prevention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Theo — multi-pitch sport and alpine climbing, based in Chamonix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Repair queue priority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Pro members route directly to a dedicated repair team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Two-business-day SLA on every repair — Portland for the Americas and APAC, Annecy for EMEA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If we exceed SLA, you receive a 10% credit on the original product price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Submit repairs via your Trail Club portal — no receipt, no SKU lookup, we know your purchase history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Track status at every stage: received, assessed, in-repair, shipped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Crag XR exclusive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The Aurora Crag XR climbing harness is exclusive to Trail Club Plus and Pro members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Built for multi-pitch sport and alpine climbing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Trail-Tested by Experts: Theo Sundberg has worn it through every alpine course he has taught for three seasons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Free pack-fitting and harness-fitting session included when you order through Pro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Seven-year safety-rated service life; covered under Repair-for-Life inside that window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Annual gear credit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$300 in gear credit applied to your account each calendar year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Use it toward any Aurora product — TerraTrek 7, Skyline 45L, Helios, Cumulus 2P, Quill 850, Crag XR, Stratus 1P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Credit rolls over once: unused 2028 credit can be applied through 2029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Stackable with seasonal sale pricing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Apply at checkout in your Trail Club portal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How to redeem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Log into your Trail Club portal at aurora-outfitters.example.com/trail-club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Book ambassador days from the Ambassadors panel; calendar integration with Google and Apple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Submit repairs from the Repairs panel; print the prepaid shipping label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Order the Crag XR or any Pro-exclusive product from the Pro-only catalogue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Track your gear credit balance under Account → Benefits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A4A6B"/>
                </a:solidFill>
              </a:rPr>
              <a:t>Contact your concierge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Trail Club Pro priority line: +1 (503) 555-AURA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Concierge email (general): concierge@aurora-outfitters.example.com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EU enquiries: trailclub.eu@aurora-outfitters.example.com (Annecy)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Average concierge response time for Pro members: under 90 minutes during business hours</a:t>
            </a:r>
          </a:p>
          <a:p>
            <a:pPr>
              <a:defRPr sz="1800">
                <a:solidFill>
                  <a:srgbClr val="222222"/>
                </a:solidFill>
                <a:latin typeface="Helvetica"/>
              </a:defRPr>
            </a:pPr>
            <a:r>
              <a:t>Welcome aboard — your concierge will be in touch within 48 hours of activation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