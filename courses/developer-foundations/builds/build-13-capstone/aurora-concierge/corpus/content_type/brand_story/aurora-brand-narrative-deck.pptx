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Aurora Outfitters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9A87A"/>
                </a:solidFill>
                <a:latin typeface="Helvetica"/>
              </a:defRPr>
            </a:pPr>
            <a:r>
              <a:t>Built for the Worst Weather · Trail-Tested by Experts · Repairable for Life · Carbon-Negative by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Aurora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Outdoor brand designing four-season gear for serious customers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Seven hero products across boots, packs, jackets, tents, quilts, and harnesses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Four ambassadors who field-test every production run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Repair-for-Life programme operationalised through Trail Club tiers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Carbon-Negative by 2030 — year three of the public commitment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Direct-to-consumer plus selected outdoor specialist retailers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The four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Built for the Worst Weather — 200 mm sustained waterproof ratings; field-tested in Patagonia and Tasmania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Trail-Tested by Experts — every production run goes to Mara, Jonah, Anya, or Theo before customers see it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Repairable for Life — every component is field-serviceable or factory-replaceable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Carbon-Negative by 2030 — year-three impact report shows on-track Scope 1 and 2; Scope 3 in flight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Built for the Worst Weather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TerraTrek 7: 200 mm sustained waterproof; full-grain leather upper; GripCore outsole on wet rock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Helios jacket: warmest down jacket Aurora makes; 41% recycled content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Cumulus 2P tent: 52% recycled-nylon fly; bio-based DAC poles; tested in Patagonian katabatic wind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Quill 850 quilt: 850 fill power; RDS-certified recycled down; carried by Jonah Reyes on the CDT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Trail-Tested by Experts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Mara Chen — alpine guide, 15 years; 60-day TerraTrek 7 test across Tasmania, Patagonia, Tour du Mont Blanc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Jonah Reyes — Triple Crown thru-hiker; Quill 850 production-run test on the Continental Divide Trail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Dr Anya Patel — sports physiologist; sizing-profile assessment lead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Theo Sundberg — 22 years teaching alpine climbing in Chamonix; Crag XR field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Repairable for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Two repair centres: Portland (Americas, APAC) and Annecy (EMEA)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14,200 repairs completed in 2028; 255,600 kg CO2-equivalent avoided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 Club Standard: 1 free repair per product, lifetime; 10-day SLA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 Club Plus: free first repair per year; 5-day SLA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 Club Pro: unlimited free repairs; 2-day SLA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Carbon-Negative by 2030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2025 baseline emissions: 1,840 Scope 1 + 4,260 Scope 2 + 38,400 Scope 3 (tCO2e)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2028 actuals: 1,120 Scope 1 + 2,180 Scope 2 + 31,200 Scope 3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Recycled content across product line: 18% (2025) → 34% (2028) → 65% (2030 target)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Ambassador travel: 100% offset at 1.5x via direct removal credits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Scope 3 supplier decarbonisation is the open challenge — 2029 acceleration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Our ambassadors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Four ambassadors who shape product development through field use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Mara Chen — alpine guide, three field seasons annually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Jonah Reyes — thru-hiker, Triple Crown completed across Aurora gear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Dr Anya Patel — sports physiologist and gear-fit specialist; runs sizing-profile clinics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Theo Sundberg — alpine climbing instructor; Chamonix-based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Hero product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TerraTrek 7 — four-season hiking boot — $248 — for Day Hiking, Thru-Hiking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Skyline 45L — multi-day pack — $215 — for Thru-Hiking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Helios — down jacket — $312 — for Alpine Pro, Thru-Hiker in shoulder season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Cumulus 2P — two-person tent — $425 — for Thru-Hiking, Alpine Climbing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Quill 850 — sleeping quilt — $365 — for Thru-Hiking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Crag XR — climbing harness — $158 — Trail Club Plus exclusive; Multi-Pitch Sport, Alpine Climbing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Aurora Stratus 1P — solo tent — $325 — for Thru-Hiking solo, Alpine Pro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Weekend Adventurer — 1-3 night trips; comfort-first; Trail Club Standard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Thru-Hiker — multi-week continuous trail; performance-driven; Trail Club Plus typical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Alpine Pro — technical alpine climbing; expert base; Trail Club Pro typical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Three loyalty tiers map to these segments — Standard, Plus, Pro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Where to buy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Direct: aurora-outfitters.example.com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Retail partners: selected outdoor specialists; full list at aurora-outfitters.example.com/stores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 Club membership is free to join at Standard tier; Plus and Pro tier upgrades unlock the full benefit set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Concierge support across every tier for fitting, pairing, and trip-planning advice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Contact: concierge@aurora-outfitters.example.com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